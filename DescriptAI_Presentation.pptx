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C84B2F">
              <a:alpha val="12000"/>
            </a:srgbClr>
          </a:solidFill>
          <a:ln w="12700">
            <a:solidFill>
              <a:srgbClr val="C84B2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C84B2F">
              <a:alpha val="25000"/>
            </a:srgbClr>
          </a:solidFill>
          <a:ln w="12700">
            <a:solidFill>
              <a:srgbClr val="C84B2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58368"/>
            <a:ext cx="1691640" cy="292608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TCS GenAI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DescriptAI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Product Description Generator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2560320" cy="45720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974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compelling, SEO-optimised product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at scale — powered by GenAI.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C84B2F">
              <a:alpha val="18000"/>
            </a:srgbClr>
          </a:solidFill>
          <a:ln w="12700">
            <a:solidFill>
              <a:srgbClr val="C84B2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94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DeepSeek-V3-0324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3794760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2B6CB0">
              <a:alpha val="18000"/>
            </a:srgbClr>
          </a:solidFill>
          <a:ln w="12700">
            <a:solidFill>
              <a:srgbClr val="2B6CB0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794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Product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0600" y="3794760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276749">
              <a:alpha val="18000"/>
            </a:srgbClr>
          </a:solidFill>
          <a:ln w="12700">
            <a:solidFill>
              <a:srgbClr val="276749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794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Mode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3794760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B7791F">
              <a:alpha val="18000"/>
            </a:srgbClr>
          </a:solidFill>
          <a:ln w="12700">
            <a:solidFill>
              <a:srgbClr val="B7791F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3794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5486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Powered by TCS GenAI Lab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1610"/>
          </a:solidFill>
          <a:ln w="12700">
            <a:solidFill>
              <a:srgbClr val="1A16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502920"/>
            <a:ext cx="1371600" cy="274320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3108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product</a:t>
            </a:r>
            <a:endParaRPr lang="en-US" sz="2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descriptions</a:t>
            </a:r>
            <a:endParaRPr lang="en-US" sz="2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scale is hard.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2670048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managing hundreds or thousands of SKUs face a painful bottleneck: each description must be unique, compelling, SEO-friendly, and on-brand.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411480"/>
            <a:ext cx="2331720" cy="2011680"/>
          </a:xfrm>
          <a:prstGeom prst="rect">
            <a:avLst/>
          </a:prstGeom>
          <a:solidFill>
            <a:srgbClr val="FAF7F2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0" y="411480"/>
            <a:ext cx="2331720" cy="64008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576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⏳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51960" y="112471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product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51960" y="1490472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copywriting takes 20–45 min per SKU. 500 products = weeks of work.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411480"/>
            <a:ext cx="2331720" cy="2011680"/>
          </a:xfrm>
          <a:prstGeom prst="rect">
            <a:avLst/>
          </a:prstGeom>
          <a:solidFill>
            <a:srgbClr val="FAF7F2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411480"/>
            <a:ext cx="2331720" cy="64008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576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20840" y="112471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quality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1490472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writers, different days — tone and quality vary wildly across a catalogue.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2651760"/>
            <a:ext cx="2331720" cy="2011680"/>
          </a:xfrm>
          <a:prstGeom prst="rect">
            <a:avLst/>
          </a:prstGeom>
          <a:solidFill>
            <a:srgbClr val="FAF7F2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0" y="2651760"/>
            <a:ext cx="2331720" cy="64008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2816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251960" y="33649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SEO coverage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51960" y="3730752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descriptions miss high-intent keywords, costing organic traffic and conversions.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2651760"/>
            <a:ext cx="2331720" cy="2011680"/>
          </a:xfrm>
          <a:prstGeom prst="rect">
            <a:avLst/>
          </a:prstGeom>
          <a:solidFill>
            <a:srgbClr val="FAF7F2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2651760"/>
            <a:ext cx="2331720" cy="64008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816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20840" y="33649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agency cost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3730752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copywriting is expensive — often $5–$25 per product description.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🏷  DescriptAI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C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intelligent tool. Every description you need.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664208"/>
            <a:ext cx="25786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64208"/>
            <a:ext cx="2578608" cy="658368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" y="1737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Input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39496" y="2468880"/>
            <a:ext cx="54864" cy="329184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46888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product or batch mode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9496" y="3044952"/>
            <a:ext cx="54864" cy="329184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0449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JSON or CSV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9496" y="3621024"/>
            <a:ext cx="54864" cy="329184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62102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sample presets to get started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" y="4197096"/>
            <a:ext cx="54864" cy="329184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419709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tone &amp; platform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27832" y="1664208"/>
            <a:ext cx="25786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664208"/>
            <a:ext cx="2578608" cy="65836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55848" y="1737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Generation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355848" y="2468880"/>
            <a:ext cx="54864" cy="32918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83864" y="246888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+ long descriptions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55848" y="3044952"/>
            <a:ext cx="54864" cy="32918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3864" y="30449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feature highlights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55848" y="3621024"/>
            <a:ext cx="54864" cy="32918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83864" y="362102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Call-to-action copy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55848" y="4197096"/>
            <a:ext cx="54864" cy="32918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83864" y="419709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A/B tone variants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44184" y="1664208"/>
            <a:ext cx="25786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4184" y="1664208"/>
            <a:ext cx="2578608" cy="6583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72200" y="1737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&amp; Export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172200" y="2468880"/>
            <a:ext cx="54864" cy="32918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246888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title &amp; description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72200" y="3044952"/>
            <a:ext cx="54864" cy="32918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0216" y="30449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secondary keywords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72200" y="3621024"/>
            <a:ext cx="54864" cy="32918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362102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/ readability scores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72200" y="4197096"/>
            <a:ext cx="54864" cy="32918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0216" y="419709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JSON or CSV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84B2F">
              <a:alpha val="6000"/>
            </a:srgbClr>
          </a:solidFill>
          <a:ln w="12700">
            <a:solidFill>
              <a:srgbClr val="C84B2F">
                <a:alpha val="6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5-step agent pipeline runs every time you click Generate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18488" y="1874520"/>
            <a:ext cx="402336" cy="45720"/>
          </a:xfrm>
          <a:prstGeom prst="rect">
            <a:avLst/>
          </a:prstGeom>
          <a:solidFill>
            <a:srgbClr val="8A7E6E">
              <a:alpha val="50000"/>
            </a:srgbClr>
          </a:solidFill>
          <a:ln w="12700">
            <a:solidFill>
              <a:srgbClr val="8A7E6E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63040"/>
            <a:ext cx="694944" cy="694944"/>
          </a:xfrm>
          <a:prstGeom prst="ellipse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630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230428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1572768" cy="20116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743200"/>
            <a:ext cx="1572768" cy="54864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34640"/>
            <a:ext cx="13898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name, category, features, price, audience, tone &amp; platform.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9272" y="1874520"/>
            <a:ext cx="402336" cy="45720"/>
          </a:xfrm>
          <a:prstGeom prst="rect">
            <a:avLst/>
          </a:prstGeom>
          <a:solidFill>
            <a:srgbClr val="8A7E6E">
              <a:alpha val="50000"/>
            </a:srgbClr>
          </a:solidFill>
          <a:ln w="12700">
            <a:solidFill>
              <a:srgbClr val="8A7E6E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22576" y="1463040"/>
            <a:ext cx="694944" cy="694944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22576" y="14630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20824" y="230428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20824" y="2743200"/>
            <a:ext cx="1572768" cy="20116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20824" y="2743200"/>
            <a:ext cx="1572768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12264" y="2834640"/>
            <a:ext cx="13898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writes short blurb, full description, bullet points &amp; CTA.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0056" y="1874520"/>
            <a:ext cx="402336" cy="45720"/>
          </a:xfrm>
          <a:prstGeom prst="rect">
            <a:avLst/>
          </a:prstGeom>
          <a:solidFill>
            <a:srgbClr val="8A7E6E">
              <a:alpha val="50000"/>
            </a:srgbClr>
          </a:solidFill>
          <a:ln w="12700">
            <a:solidFill>
              <a:srgbClr val="8A7E6E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1463040"/>
            <a:ext cx="694944" cy="694944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14630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21608" y="230428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21608" y="2743200"/>
            <a:ext cx="1572768" cy="20116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1608" y="2743200"/>
            <a:ext cx="1572768" cy="5486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13048" y="2834640"/>
            <a:ext cx="13898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(0–100), Readability, and Conversion Estimate calculated.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20840" y="1874520"/>
            <a:ext cx="402336" cy="45720"/>
          </a:xfrm>
          <a:prstGeom prst="rect">
            <a:avLst/>
          </a:prstGeom>
          <a:solidFill>
            <a:srgbClr val="8A7E6E">
              <a:alpha val="50000"/>
            </a:srgbClr>
          </a:solidFill>
          <a:ln w="12700">
            <a:solidFill>
              <a:srgbClr val="8A7E6E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24144" y="1463040"/>
            <a:ext cx="694944" cy="694944"/>
          </a:xfrm>
          <a:prstGeom prst="ellipse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24144" y="14630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22392" y="230428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Analyse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22392" y="2743200"/>
            <a:ext cx="1572768" cy="20116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22392" y="2743200"/>
            <a:ext cx="1572768" cy="5486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2834640"/>
            <a:ext cx="13898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title, meta description, primary &amp; secondary keywords extracted.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24928" y="1463040"/>
            <a:ext cx="694944" cy="694944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24928" y="14630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123176" y="230428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23176" y="2743200"/>
            <a:ext cx="1572768" cy="20116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23176" y="2743200"/>
            <a:ext cx="1572768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14616" y="2834640"/>
            <a:ext cx="13898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JSON/CSV or copy directly into your e-commerce platform.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turn raw product attributes into polished copy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2651760" cy="157276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81328"/>
            <a:ext cx="64008" cy="1572768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24712" y="16184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Tone Styles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194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· Playful · Luxury · Minimalist · Urgent · Storytelling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81328"/>
            <a:ext cx="2651760" cy="157276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81328"/>
            <a:ext cx="64008" cy="157276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05072" y="16184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Target Platforms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6432" y="2194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E-commerce, Amazon, Shopify, Instagram Shop, B2B/Wholesale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481328"/>
            <a:ext cx="2651760" cy="157276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481328"/>
            <a:ext cx="64008" cy="15727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85432" y="16184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Variants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36792" y="2194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3 tone variants ready for split testing on your analytics platform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200400"/>
            <a:ext cx="2651760" cy="157276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200400"/>
            <a:ext cx="64008" cy="157276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24712" y="3337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" y="39136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Readability and Conversion Estimate scores for every description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200400"/>
            <a:ext cx="2651760" cy="157276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200400"/>
            <a:ext cx="64008" cy="1572768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005072" y="3337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Package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56432" y="39136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title, meta description, primary + secondary keywords &amp; intent analysis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3200400"/>
            <a:ext cx="2651760" cy="157276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3200400"/>
            <a:ext cx="64008" cy="157276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885432" y="3337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Export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36792" y="39136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JSON or CSV — ready for Shopify, WooCommerce, or any PIM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610"/>
          </a:solidFill>
          <a:ln w="12700">
            <a:solidFill>
              <a:srgbClr val="1A16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Showcase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5A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Sample: Wireless Earbuds Pro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029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502920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D6CE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6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77440" y="107899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PROFESSIONAL  ·  AMAZON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"Your commute, elevated."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audio freedom with Wireless Earbuds Pro — engineered for the demands of modern life. With 30 hours of total battery life and active noise cancellation, your music stays pure whether you're on a packed train or an open road.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54864" cy="54864"/>
          </a:xfrm>
          <a:prstGeom prst="ellipse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136392"/>
            <a:ext cx="54864" cy="54864"/>
          </a:xfrm>
          <a:prstGeom prst="ellipse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145536"/>
            <a:ext cx="54864" cy="54864"/>
          </a:xfrm>
          <a:prstGeom prst="ellipse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54680"/>
            <a:ext cx="54864" cy="54864"/>
          </a:xfrm>
          <a:prstGeom prst="ellipse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08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6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Active Noise Cancellation   • IPX5 Waterproof   • Bluetooth 5.3   • 30-hr battery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Order today and enjoy Free Prime delivery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13632"/>
            <a:ext cx="502920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D6CE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319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7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33272" y="3931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A7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103120" y="39319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33472" y="3931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A7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READABILITY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703320" y="39319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33672" y="3931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A7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577840" y="1078992"/>
            <a:ext cx="3200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77840" y="1078992"/>
            <a:ext cx="320040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D6CE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107899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6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 SEO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0" y="16276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767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5715000" y="2267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7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 SCORE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715000" y="25786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Meta: "Wireless Earbuds Pro — 30hr Battery, ANC | Free Ship"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15000" y="303580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A7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KEYWORDS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715000" y="3310128"/>
            <a:ext cx="1078992" cy="274320"/>
          </a:xfrm>
          <a:prstGeom prst="roundRect">
            <a:avLst>
              <a:gd name="adj" fmla="val 33333"/>
            </a:avLst>
          </a:prstGeom>
          <a:solidFill>
            <a:srgbClr val="C84B2F">
              <a:alpha val="12000"/>
            </a:srgbClr>
          </a:solidFill>
          <a:ln w="12700">
            <a:solidFill>
              <a:srgbClr val="C84B2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3310128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4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wireless earbuds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30568" y="3310128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C84B2F">
              <a:alpha val="12000"/>
            </a:srgbClr>
          </a:solidFill>
          <a:ln w="12700">
            <a:solidFill>
              <a:srgbClr val="C84B2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0568" y="33101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4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noise cancelling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863840" y="3310128"/>
            <a:ext cx="1024128" cy="274320"/>
          </a:xfrm>
          <a:prstGeom prst="roundRect">
            <a:avLst>
              <a:gd name="adj" fmla="val 33333"/>
            </a:avLst>
          </a:prstGeom>
          <a:solidFill>
            <a:srgbClr val="C84B2F">
              <a:alpha val="12000"/>
            </a:srgbClr>
          </a:solidFill>
          <a:ln w="12700">
            <a:solidFill>
              <a:srgbClr val="C84B2F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331012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4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30hr battery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15000" y="3703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intent: Transactional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715000" y="3977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Add brand name to title for higher CTR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84B2F">
              <a:alpha val="7000"/>
            </a:srgbClr>
          </a:solidFill>
          <a:ln w="12700">
            <a:solidFill>
              <a:srgbClr val="C84B2F">
                <a:alpha val="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at a Glance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DescriptAI turns hours of copywriting into seconds of AI generation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1920240" cy="25146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81328"/>
            <a:ext cx="1920240" cy="54864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description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20–45 min manually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481328"/>
            <a:ext cx="1920240" cy="25146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481328"/>
            <a:ext cx="1920240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600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6032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consistent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907792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locked per session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481328"/>
            <a:ext cx="1920240" cy="25146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481328"/>
            <a:ext cx="1920240" cy="5486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600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tabs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70916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907792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 · SEO · Variants · Export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1481328"/>
            <a:ext cx="1920240" cy="25146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481328"/>
            <a:ext cx="1920240" cy="5486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600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67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85800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2907792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5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mode handles any catalogue size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07408"/>
            <a:ext cx="822960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on TCS GenAI Lab  ·  Model: DeepSeek-V3-0324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84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-457200"/>
            <a:ext cx="5486400" cy="6035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dirty="0">
                <a:solidFill>
                  <a:srgbClr val="FFFFFF">
                    <a:alpha val="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DescriptAI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Product Description Generator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33472"/>
            <a:ext cx="2926080" cy="54864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8892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Generate. Optimise. Convert.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C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TCS GenAI Lab — turning product attributes into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C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performance-ready copy in seconds.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A1610"/>
          </a:solidFill>
          <a:ln w="12700">
            <a:solidFill>
              <a:srgbClr val="1A16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36592"/>
            <a:ext cx="822960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B5A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TCS GenAI Lab  ·  2025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DescriptAI — Retail Product Description Generator</dc:title>
  <dc:subject>PptxGenJS Presentation</dc:subject>
  <dc:creator>PptxGenJS</dc:creator>
  <cp:lastModifiedBy>PptxGenJS</cp:lastModifiedBy>
  <cp:revision>1</cp:revision>
  <dcterms:created xsi:type="dcterms:W3CDTF">2026-04-09T11:00:06Z</dcterms:created>
  <dcterms:modified xsi:type="dcterms:W3CDTF">2026-04-09T11:00:06Z</dcterms:modified>
</cp:coreProperties>
</file>