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AI-Powered Document Simplification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Modern Architecture Diagram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Solution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2286000"/>
            <a:ext cx="2011680" cy="1463040"/>
          </a:xfrm>
          <a:prstGeom prst="roundRect">
            <a:avLst/>
          </a:prstGeom>
          <a:solidFill>
            <a:srgbClr val="5B9BD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📥 Input</a:t>
            </a:r>
          </a:p>
          <a:p>
            <a:pPr>
              <a:defRPr sz="1400"/>
            </a:pPr>
            <a:r>
              <a:t>(PDF / Text)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0" y="2286000"/>
            <a:ext cx="2011680" cy="1463040"/>
          </a:xfrm>
          <a:prstGeom prst="roundRect">
            <a:avLst/>
          </a:prstGeom>
          <a:solidFill>
            <a:srgbClr val="70AD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🧠 AI Engine</a:t>
            </a:r>
          </a:p>
          <a:p>
            <a:pPr>
              <a:defRPr sz="1400"/>
            </a:pPr>
            <a:r>
              <a:t>(LLM Processing)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2286000"/>
            <a:ext cx="2011680" cy="1463040"/>
          </a:xfrm>
          <a:prstGeom prst="roundRect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🔄 Transform</a:t>
            </a:r>
          </a:p>
          <a:p>
            <a:pPr>
              <a:defRPr sz="1400"/>
            </a:pPr>
            <a:r>
              <a:t>(Simplify + Translate)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2286000"/>
            <a:ext cx="2011680" cy="1463040"/>
          </a:xfrm>
          <a:prstGeom prst="roundRect">
            <a:avLst/>
          </a:prstGeom>
          <a:solidFill>
            <a:srgbClr val="ED7D3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📤 Output</a:t>
            </a:r>
          </a:p>
          <a:p>
            <a:pPr>
              <a:defRPr sz="1400"/>
            </a:pPr>
            <a:r>
              <a:t>(UI / API)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468880" y="3017520"/>
            <a:ext cx="27432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54880" y="3017520"/>
            <a:ext cx="27432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040880" y="3017520"/>
            <a:ext cx="27432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