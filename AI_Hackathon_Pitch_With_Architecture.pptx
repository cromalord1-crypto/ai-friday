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Friday Season 2 - Hackathon Pitch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Public Document Simplification &amp; Translation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Government documents are complex and hard to understand.</a:t>
            </a:r>
          </a:p>
          <a:p>
            <a:r>
              <a:t>Manual translation &amp; simplification is slow, costly, and not scalable.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system that simplifies and translates documents into plain language and multiple languages.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201168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Input Layer</a:t>
            </a:r>
          </a:p>
          <a:p>
            <a:r>
              <a:t>(PDF/Text Upload)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828800"/>
            <a:ext cx="201168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Processing Layer</a:t>
            </a:r>
          </a:p>
          <a:p>
            <a:r>
              <a:t>(AI/LLM Engine)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201168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Transformation Layer</a:t>
            </a:r>
          </a:p>
          <a:p>
            <a:r>
              <a:t>(Simplification + Translation)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828800"/>
            <a:ext cx="201168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Output Layer</a:t>
            </a:r>
          </a:p>
          <a:p>
            <a:r>
              <a:t>(UI/API Display)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8880" y="251460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54880" y="251460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040880" y="251460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Faster processing</a:t>
            </a:r>
          </a:p>
          <a:p>
            <a:r>
              <a:t>• Cost reduction</a:t>
            </a:r>
          </a:p>
          <a:p>
            <a:r>
              <a:t>• Better accessibility</a:t>
            </a:r>
          </a:p>
          <a:p>
            <a:r>
              <a:t>• Scalable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